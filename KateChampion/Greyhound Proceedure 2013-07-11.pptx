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6" r:id="rId3"/>
    <p:sldId id="258" r:id="rId4"/>
    <p:sldId id="260" r:id="rId5"/>
    <p:sldId id="259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0E3CBA-4250-4E4B-A79B-026794B1901F}" type="datetimeFigureOut">
              <a:rPr lang="en-GB" smtClean="0"/>
              <a:pPr/>
              <a:t>12/07/2013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C30531-6A12-4628-BF41-2F1877A2B3D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8466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Indicating draw</a:t>
            </a:r>
            <a:r>
              <a:rPr lang="en-GB" baseline="0" dirty="0" smtClean="0"/>
              <a:t>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C30531-6A12-4628-BF41-2F1877A2B3D8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379797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Only give feedback on dog, grey out? Or not?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C30531-6A12-4628-BF41-2F1877A2B3D8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229471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D10C-440B-4DCD-922D-A77132D3D6FF}" type="datetimeFigureOut">
              <a:rPr lang="en-GB" smtClean="0"/>
              <a:pPr/>
              <a:t>12/07/2013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699F-6A0C-4258-9063-314E011E43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581447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D10C-440B-4DCD-922D-A77132D3D6FF}" type="datetimeFigureOut">
              <a:rPr lang="en-GB" smtClean="0"/>
              <a:pPr/>
              <a:t>12/07/2013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699F-6A0C-4258-9063-314E011E43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641277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D10C-440B-4DCD-922D-A77132D3D6FF}" type="datetimeFigureOut">
              <a:rPr lang="en-GB" smtClean="0"/>
              <a:pPr/>
              <a:t>12/07/2013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699F-6A0C-4258-9063-314E011E43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603865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D10C-440B-4DCD-922D-A77132D3D6FF}" type="datetimeFigureOut">
              <a:rPr lang="en-GB" smtClean="0"/>
              <a:pPr/>
              <a:t>12/07/2013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699F-6A0C-4258-9063-314E011E43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771850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D10C-440B-4DCD-922D-A77132D3D6FF}" type="datetimeFigureOut">
              <a:rPr lang="en-GB" smtClean="0"/>
              <a:pPr/>
              <a:t>12/07/2013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699F-6A0C-4258-9063-314E011E43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679898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D10C-440B-4DCD-922D-A77132D3D6FF}" type="datetimeFigureOut">
              <a:rPr lang="en-GB" smtClean="0"/>
              <a:pPr/>
              <a:t>12/07/2013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699F-6A0C-4258-9063-314E011E43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30787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D10C-440B-4DCD-922D-A77132D3D6FF}" type="datetimeFigureOut">
              <a:rPr lang="en-GB" smtClean="0"/>
              <a:pPr/>
              <a:t>12/07/2013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699F-6A0C-4258-9063-314E011E43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943507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D10C-440B-4DCD-922D-A77132D3D6FF}" type="datetimeFigureOut">
              <a:rPr lang="en-GB" smtClean="0"/>
              <a:pPr/>
              <a:t>12/07/2013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699F-6A0C-4258-9063-314E011E43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04397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D10C-440B-4DCD-922D-A77132D3D6FF}" type="datetimeFigureOut">
              <a:rPr lang="en-GB" smtClean="0"/>
              <a:pPr/>
              <a:t>12/07/2013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699F-6A0C-4258-9063-314E011E43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01558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D10C-440B-4DCD-922D-A77132D3D6FF}" type="datetimeFigureOut">
              <a:rPr lang="en-GB" smtClean="0"/>
              <a:pPr/>
              <a:t>12/07/2013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699F-6A0C-4258-9063-314E011E43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44495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D10C-440B-4DCD-922D-A77132D3D6FF}" type="datetimeFigureOut">
              <a:rPr lang="en-GB" smtClean="0"/>
              <a:pPr/>
              <a:t>12/07/2013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699F-6A0C-4258-9063-314E011E43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53887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FD10C-440B-4DCD-922D-A77132D3D6FF}" type="datetimeFigureOut">
              <a:rPr lang="en-GB" smtClean="0"/>
              <a:pPr/>
              <a:t>12/07/2013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699F-6A0C-4258-9063-314E011E43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093368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Greyhound info</a:t>
            </a:r>
            <a:endParaRPr lang="en-GB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185186802"/>
              </p:ext>
            </p:extLst>
          </p:nvPr>
        </p:nvGraphicFramePr>
        <p:xfrm>
          <a:off x="1524000" y="1417530"/>
          <a:ext cx="6864424" cy="3739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920"/>
                <a:gridCol w="1122959"/>
                <a:gridCol w="826137"/>
                <a:gridCol w="576064"/>
                <a:gridCol w="522185"/>
                <a:gridCol w="858053"/>
                <a:gridCol w="858053"/>
                <a:gridCol w="858053"/>
              </a:tblGrid>
              <a:tr h="516597">
                <a:tc>
                  <a:txBody>
                    <a:bodyPr/>
                    <a:lstStyle/>
                    <a:p>
                      <a:r>
                        <a:rPr lang="en-GB" dirty="0" smtClean="0"/>
                        <a:t>Greyhound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name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etc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516597">
                <a:tc>
                  <a:txBody>
                    <a:bodyPr/>
                    <a:lstStyle/>
                    <a:p>
                      <a:r>
                        <a:rPr lang="en-GB" dirty="0" smtClean="0"/>
                        <a:t>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516597"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516597">
                <a:tc>
                  <a:txBody>
                    <a:bodyPr/>
                    <a:lstStyle/>
                    <a:p>
                      <a:r>
                        <a:rPr lang="en-GB" dirty="0" smtClean="0"/>
                        <a:t>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516597">
                <a:tc>
                  <a:txBody>
                    <a:bodyPr/>
                    <a:lstStyle/>
                    <a:p>
                      <a:r>
                        <a:rPr lang="en-GB" dirty="0" smtClean="0"/>
                        <a:t>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516597">
                <a:tc>
                  <a:txBody>
                    <a:bodyPr/>
                    <a:lstStyle/>
                    <a:p>
                      <a:r>
                        <a:rPr lang="en-GB" dirty="0" smtClean="0"/>
                        <a:t>E 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516597">
                <a:tc>
                  <a:txBody>
                    <a:bodyPr/>
                    <a:lstStyle/>
                    <a:p>
                      <a:r>
                        <a:rPr lang="en-GB" dirty="0" smtClean="0"/>
                        <a:t>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78641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Choose your greyhound</a:t>
            </a:r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3064550" y="1448780"/>
            <a:ext cx="3240360" cy="1080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</a:t>
            </a:r>
            <a:endParaRPr lang="en-GB" dirty="0"/>
          </a:p>
        </p:txBody>
      </p:sp>
      <p:sp>
        <p:nvSpPr>
          <p:cNvPr id="7" name="Rounded Rectangle 6"/>
          <p:cNvSpPr/>
          <p:nvPr/>
        </p:nvSpPr>
        <p:spPr>
          <a:xfrm>
            <a:off x="3064550" y="5445224"/>
            <a:ext cx="3240360" cy="1080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</a:t>
            </a:r>
            <a:endParaRPr lang="en-GB" dirty="0"/>
          </a:p>
        </p:txBody>
      </p:sp>
      <p:sp>
        <p:nvSpPr>
          <p:cNvPr id="8" name="Rounded Rectangle 7"/>
          <p:cNvSpPr/>
          <p:nvPr/>
        </p:nvSpPr>
        <p:spPr>
          <a:xfrm>
            <a:off x="3069849" y="4149080"/>
            <a:ext cx="3240360" cy="1080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endParaRPr lang="en-GB" b="1" dirty="0"/>
          </a:p>
        </p:txBody>
      </p:sp>
      <p:sp>
        <p:nvSpPr>
          <p:cNvPr id="9" name="Rounded Rectangle 8"/>
          <p:cNvSpPr/>
          <p:nvPr/>
        </p:nvSpPr>
        <p:spPr>
          <a:xfrm>
            <a:off x="3069849" y="2780928"/>
            <a:ext cx="3240360" cy="1080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981212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Your Choice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97223" y="1322145"/>
            <a:ext cx="2370479" cy="1607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97224" y="3091234"/>
            <a:ext cx="2370479" cy="1607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97224" y="5013176"/>
            <a:ext cx="2370479" cy="16079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64088" y="1314676"/>
            <a:ext cx="2370479" cy="16079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48063" y="3091234"/>
            <a:ext cx="2370479" cy="16079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48064" y="4942690"/>
            <a:ext cx="2370479" cy="16079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7504" y="2941270"/>
            <a:ext cx="4195138" cy="201257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467544" y="3429000"/>
            <a:ext cx="1029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Name of dog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129072" y="1808182"/>
            <a:ext cx="127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Other dog</a:t>
            </a:r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191071" y="5632497"/>
            <a:ext cx="127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Other dog</a:t>
            </a:r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>
            <a:off x="7710831" y="1808182"/>
            <a:ext cx="127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Other dog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7700306" y="3370600"/>
            <a:ext cx="127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Other dog</a:t>
            </a:r>
            <a:endParaRPr lang="en-GB" dirty="0"/>
          </a:p>
        </p:txBody>
      </p:sp>
      <p:sp>
        <p:nvSpPr>
          <p:cNvPr id="17" name="TextBox 16"/>
          <p:cNvSpPr txBox="1"/>
          <p:nvPr/>
        </p:nvSpPr>
        <p:spPr>
          <a:xfrm>
            <a:off x="7700306" y="5562011"/>
            <a:ext cx="127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Other dog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2914709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Ratings page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4023613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Video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796802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Outcome Page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556793"/>
            <a:ext cx="8229600" cy="1728191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1 Other dogs name</a:t>
            </a:r>
          </a:p>
          <a:p>
            <a:r>
              <a:rPr lang="en-GB" dirty="0" smtClean="0"/>
              <a:t>2  DOGS NAME IN BOLD</a:t>
            </a:r>
          </a:p>
          <a:p>
            <a:r>
              <a:rPr lang="en-GB" dirty="0" smtClean="0"/>
              <a:t>3 Other dogs name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43808" y="4581128"/>
            <a:ext cx="3528392" cy="151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You win 0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447764" y="3284984"/>
            <a:ext cx="4320480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3200" dirty="0" smtClean="0"/>
              <a:t>Your dog, </a:t>
            </a:r>
            <a:r>
              <a:rPr lang="en-GB" sz="3200" dirty="0" err="1" smtClean="0"/>
              <a:t>DOG’s</a:t>
            </a:r>
            <a:r>
              <a:rPr lang="en-GB" sz="3200" dirty="0" smtClean="0"/>
              <a:t> NAME came second 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xmlns="" val="4204023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Ratings page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963812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79</Words>
  <Application>Microsoft Office PowerPoint</Application>
  <PresentationFormat>On-screen Show (4:3)</PresentationFormat>
  <Paragraphs>35</Paragraphs>
  <Slides>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Greyhound info</vt:lpstr>
      <vt:lpstr>Choose your greyhound</vt:lpstr>
      <vt:lpstr>Your Choice</vt:lpstr>
      <vt:lpstr>Ratings page</vt:lpstr>
      <vt:lpstr>Video</vt:lpstr>
      <vt:lpstr>Outcome Page</vt:lpstr>
      <vt:lpstr>Ratings page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Greyhound info</dc:title>
  <dc:creator>Katherine Champion</dc:creator>
  <cp:lastModifiedBy>luke</cp:lastModifiedBy>
  <cp:revision>9</cp:revision>
  <dcterms:created xsi:type="dcterms:W3CDTF">2013-07-10T15:37:06Z</dcterms:created>
  <dcterms:modified xsi:type="dcterms:W3CDTF">2013-07-12T15:00:47Z</dcterms:modified>
</cp:coreProperties>
</file>